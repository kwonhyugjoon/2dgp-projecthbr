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4586A-992F-29CB-96EA-B2ECAD371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C11B57-BADC-140B-EA37-F698880B1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93B89D-F873-46C7-1700-D796ED10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C45DF-F710-A5DB-79F8-212DD134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ED5475-9C57-B95A-F904-15364D04C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79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A5385-6D63-2E75-34CC-C3FFA0EB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9B489-01D6-60D1-505A-9740436FB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7DFB4-E690-51FE-F030-B88C27E5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691A09-6552-3E1C-8098-27DB4307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B27DF7-D8B1-87D4-1A0A-23E789F46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57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61C62-89D0-6E28-5368-109DADB72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8264DE-0370-D77D-ACE0-63F34C2BF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4BCF-A57E-1B3D-5503-F73CF239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D92E4-0813-33E4-3CEE-A49DBA06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8F81B7-E39E-AB60-0EC0-39242738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2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BC548-01F5-76B7-ADA7-AE1B734F6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BEBCF6-7C7A-5ABF-1AC3-ADBA7B0C1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6BECFC-0E15-381F-EB05-075CA9915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DDE6A1-EA64-E2E8-8B27-3462C863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66EB0B-F975-6178-06AB-821E9F2E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CA7C4-0236-9303-2F3F-E14A92BB4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14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A3991-2820-2B9E-C29A-5E88AA3B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97D0A9-4529-A7C0-DA5F-CD23C114C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891088-6E40-EC3F-2FDF-F086F5790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59C26B-10F3-43ED-8E96-2C1EE4430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8E2C5B-EB41-39BA-1D9A-4B0ABAE9D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F3AD1F-797D-9D47-53BB-7A3CC666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9B61FF-9621-709D-48A6-25210A68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4B2FF-39E7-5620-27CE-C6DCD43C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21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03F99-1415-64D6-59DA-5F9997A4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8F9033-A873-B254-1E53-B46275CF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653C79-9CB2-6DD6-9E51-BA77085D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CE0DFF-F236-7601-5248-C9C1C15F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40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43F91A-F1A5-D0E4-A81E-5822F827E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F93B0E-7240-598E-B7DD-B396E783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4A3F5C-F7B9-95B7-4E4A-975837E9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129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358CE-4436-22D3-90CB-3F5CBFED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52032-BBCA-D221-3DA3-42903C870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FF9EBD-B38F-62A2-9F2E-DF03AD9B9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EC43DB-85A2-3482-88FF-36CFF082E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4908F-6E34-EBE7-160C-AB2A82E9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AB0CDF-44D7-75E8-E677-2E7FBC54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774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0EE3E-1234-7B33-1933-E3AAC17D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6D8B7C-4681-A83E-CB82-6DF4B5BB1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A936D9-24B6-ADAB-3C2E-C656FF187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FF0CDF-A31D-119A-8E7E-3EFFA81B4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13693E-CDF7-5548-31AB-3E099976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3E951A-9672-7942-5EB0-5AE9FD26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19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5EE9A-D8FA-F046-5DBF-9C407F51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C26799-CAF6-68DB-5179-B5A8DA68D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2D3DF-F9B4-C20B-14EE-BB0B2B57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431E9-815A-FB6C-07E5-E4054BD2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AB6292-79DC-4E0D-2211-18398EEC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711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A3F33C-8927-7557-6DE5-BB02F8846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22F128-078E-5B54-C668-BE6C14305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7A94EE-6EC6-CC9A-9820-137C2962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35E43-CC25-8CE4-40C0-EB0D625F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E8BDB-3402-866D-6E91-35B5FF84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756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FC85DC-454E-317F-6D63-189D636B3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18818-0873-9170-3859-1ED5A32FB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41B8CC-4ECB-CEEE-0F2D-55AFD48E4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22453-09F0-4734-BAC1-D2DF3EC2375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F4FD9F-ECA2-912D-9684-95C73DB6C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57DC7C-72B8-35EE-9B9B-45ADBA07A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4DE2B-6991-47C8-827C-3FA64CA1EA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84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860A9-8025-1D40-7250-CF11D0CB5E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Hollow Boss Rush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7128058-E320-CB70-DE22-47D4DF83B5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2022184004 </a:t>
            </a:r>
            <a:r>
              <a:rPr lang="ko-KR" altLang="en-US" dirty="0"/>
              <a:t>권혁준</a:t>
            </a:r>
          </a:p>
        </p:txBody>
      </p:sp>
    </p:spTree>
    <p:extLst>
      <p:ext uri="{BB962C8B-B14F-4D97-AF65-F5344CB8AC3E}">
        <p14:creationId xmlns:p14="http://schemas.microsoft.com/office/powerpoint/2010/main" val="436712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30A34-8042-05DB-8993-E51316E2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개발 진행 상황 </a:t>
            </a:r>
            <a:r>
              <a:rPr lang="en-US" altLang="ko-KR" dirty="0"/>
              <a:t>– </a:t>
            </a:r>
            <a:r>
              <a:rPr lang="ko-KR" altLang="en-US" dirty="0"/>
              <a:t>평균 </a:t>
            </a:r>
            <a:r>
              <a:rPr lang="en-US" altLang="ko-KR" dirty="0"/>
              <a:t>60%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53B9342-10BB-A4C2-06C8-22B02E3D2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974702"/>
              </p:ext>
            </p:extLst>
          </p:nvPr>
        </p:nvGraphicFramePr>
        <p:xfrm>
          <a:off x="341744" y="1825624"/>
          <a:ext cx="11351490" cy="3556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74">
                  <a:extLst>
                    <a:ext uri="{9D8B030D-6E8A-4147-A177-3AD203B41FA5}">
                      <a16:colId xmlns:a16="http://schemas.microsoft.com/office/drawing/2014/main" val="1037073585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017348330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4084268550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4273596806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994045119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2034859665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2612325998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811685447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515738531"/>
                    </a:ext>
                  </a:extLst>
                </a:gridCol>
              </a:tblGrid>
              <a:tr h="56739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940821"/>
                  </a:ext>
                </a:extLst>
              </a:tr>
              <a:tr h="1766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대시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피격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무적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기술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체력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영혼 </a:t>
                      </a:r>
                      <a:r>
                        <a:rPr lang="en-US" altLang="ko-KR" dirty="0"/>
                        <a:t>UI</a:t>
                      </a:r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아이템 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 이동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버그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095393"/>
                  </a:ext>
                </a:extLst>
              </a:tr>
              <a:tr h="12223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100%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80%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60%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200" dirty="0"/>
                        <a:t>0%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0%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0%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0%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0%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896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31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B564F-C90A-4A18-3ED3-1663CFD5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 수정 내용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82E7193-C2B7-7EE7-0B61-0074D9F28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65538"/>
              </p:ext>
            </p:extLst>
          </p:nvPr>
        </p:nvGraphicFramePr>
        <p:xfrm>
          <a:off x="420255" y="1863725"/>
          <a:ext cx="11351490" cy="3309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74">
                  <a:extLst>
                    <a:ext uri="{9D8B030D-6E8A-4147-A177-3AD203B41FA5}">
                      <a16:colId xmlns:a16="http://schemas.microsoft.com/office/drawing/2014/main" val="3610411900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2113342210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574497971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442166506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1731829152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74868781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3577319414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950431667"/>
                    </a:ext>
                  </a:extLst>
                </a:gridCol>
                <a:gridCol w="1340427">
                  <a:extLst>
                    <a:ext uri="{9D8B030D-6E8A-4147-A177-3AD203B41FA5}">
                      <a16:colId xmlns:a16="http://schemas.microsoft.com/office/drawing/2014/main" val="434223988"/>
                    </a:ext>
                  </a:extLst>
                </a:gridCol>
              </a:tblGrid>
              <a:tr h="67226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956868"/>
                  </a:ext>
                </a:extLst>
              </a:tr>
              <a:tr h="11882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점프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대시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피격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무적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기술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체력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영혼 </a:t>
                      </a:r>
                      <a:r>
                        <a:rPr lang="en-US" altLang="ko-KR" dirty="0"/>
                        <a:t>UI</a:t>
                      </a:r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아이템 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 이동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보스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버그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211833"/>
                  </a:ext>
                </a:extLst>
              </a:tr>
              <a:tr h="1448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수정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이동</a:t>
                      </a:r>
                      <a:r>
                        <a:rPr lang="en-US" altLang="ko-KR" sz="1800" dirty="0"/>
                        <a:t>/</a:t>
                      </a:r>
                      <a:r>
                        <a:rPr lang="ko-KR" altLang="en-US" sz="1800" dirty="0"/>
                        <a:t>점프</a:t>
                      </a:r>
                      <a:r>
                        <a:rPr lang="en-US" altLang="ko-KR" sz="1800" dirty="0"/>
                        <a:t>/</a:t>
                      </a:r>
                      <a:r>
                        <a:rPr lang="ko-KR" altLang="en-US" sz="1800" dirty="0"/>
                        <a:t>대시</a:t>
                      </a:r>
                      <a:endParaRPr lang="en-US" altLang="ko-KR" sz="1800" dirty="0"/>
                    </a:p>
                    <a:p>
                      <a:pPr latinLnBrk="1"/>
                      <a:r>
                        <a:rPr lang="ko-KR" altLang="en-US" sz="1800" dirty="0"/>
                        <a:t>구현</a:t>
                      </a:r>
                    </a:p>
                    <a:p>
                      <a:pPr algn="ctr" latinLnBrk="1"/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공격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피격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무적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체력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영혼 </a:t>
                      </a:r>
                      <a:r>
                        <a:rPr lang="en-US" altLang="ko-KR" dirty="0"/>
                        <a:t>UI </a:t>
                      </a:r>
                      <a:r>
                        <a:rPr lang="ko-KR" altLang="en-US" dirty="0"/>
                        <a:t>구현 및 </a:t>
                      </a:r>
                      <a:r>
                        <a:rPr lang="ko-KR" altLang="en-US" dirty="0" err="1"/>
                        <a:t>스프라이트</a:t>
                      </a:r>
                      <a:r>
                        <a:rPr lang="ko-KR" altLang="en-US" dirty="0"/>
                        <a:t> 시트 정리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아이템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기술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맵 구현 및 이동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/>
                        <a:t>보스 </a:t>
                      </a:r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/>
                        <a:t>보스 </a:t>
                      </a:r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개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/>
                        <a:t>부족한 부분 보충 및 버그 수정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709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2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3F053-B773-43EA-EB59-84FDD0A4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634461-5118-87DA-4217-DE4634263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5563"/>
            <a:ext cx="7945313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192</Words>
  <Application>Microsoft Office PowerPoint</Application>
  <PresentationFormat>와이드스크린</PresentationFormat>
  <Paragraphs>67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Hollow Boss Rush</vt:lpstr>
      <vt:lpstr>프로젝트 개발 진행 상황 – 평균 60%</vt:lpstr>
      <vt:lpstr>프로젝트 계획 수정 내용</vt:lpstr>
      <vt:lpstr>Git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권혁준(2022184004)</dc:creator>
  <cp:lastModifiedBy>권혁준(2022184004)</cp:lastModifiedBy>
  <cp:revision>3</cp:revision>
  <dcterms:created xsi:type="dcterms:W3CDTF">2025-10-01T05:10:03Z</dcterms:created>
  <dcterms:modified xsi:type="dcterms:W3CDTF">2025-11-12T11:07:07Z</dcterms:modified>
</cp:coreProperties>
</file>