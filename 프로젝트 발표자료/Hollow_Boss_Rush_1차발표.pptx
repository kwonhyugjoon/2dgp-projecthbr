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4586A-992F-29CB-96EA-B2ECAD371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C11B57-BADC-140B-EA37-F698880B1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93B89D-F873-46C7-1700-D796ED10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C45DF-F710-A5DB-79F8-212DD134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ED5475-9C57-B95A-F904-15364D04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79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A5385-6D63-2E75-34CC-C3FFA0EB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9B489-01D6-60D1-505A-9740436FB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7DFB4-E690-51FE-F030-B88C27E5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691A09-6552-3E1C-8098-27DB4307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B27DF7-D8B1-87D4-1A0A-23E789F4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57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61C62-89D0-6E28-5368-109DADB7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8264DE-0370-D77D-ACE0-63F34C2BF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4BCF-A57E-1B3D-5503-F73CF239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D92E4-0813-33E4-3CEE-A49DBA06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8F81B7-E39E-AB60-0EC0-39242738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2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BC548-01F5-76B7-ADA7-AE1B734F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BEBCF6-7C7A-5ABF-1AC3-ADBA7B0C1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6BECFC-0E15-381F-EB05-075CA9915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DDE6A1-EA64-E2E8-8B27-3462C863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66EB0B-F975-6178-06AB-821E9F2E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CA7C4-0236-9303-2F3F-E14A92BB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14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A3991-2820-2B9E-C29A-5E88AA3B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97D0A9-4529-A7C0-DA5F-CD23C114C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891088-6E40-EC3F-2FDF-F086F5790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59C26B-10F3-43ED-8E96-2C1EE4430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8E2C5B-EB41-39BA-1D9A-4B0ABAE9D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F3AD1F-797D-9D47-53BB-7A3CC666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9B61FF-9621-709D-48A6-25210A68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B2FF-39E7-5620-27CE-C6DCD43C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21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03F99-1415-64D6-59DA-5F9997A4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8F9033-A873-B254-1E53-B46275CF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653C79-9CB2-6DD6-9E51-BA77085D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CE0DFF-F236-7601-5248-C9C1C15F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40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43F91A-F1A5-D0E4-A81E-5822F827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F93B0E-7240-598E-B7DD-B396E783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4A3F5C-F7B9-95B7-4E4A-975837E9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12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358CE-4436-22D3-90CB-3F5CBFED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52032-BBCA-D221-3DA3-42903C870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FF9EBD-B38F-62A2-9F2E-DF03AD9B9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EC43DB-85A2-3482-88FF-36CFF082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4908F-6E34-EBE7-160C-AB2A82E9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AB0CDF-44D7-75E8-E677-2E7FBC54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77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0EE3E-1234-7B33-1933-E3AAC17D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6D8B7C-4681-A83E-CB82-6DF4B5BB1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A936D9-24B6-ADAB-3C2E-C656FF187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FF0CDF-A31D-119A-8E7E-3EFFA81B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13693E-CDF7-5548-31AB-3E099976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3E951A-9672-7942-5EB0-5AE9FD26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19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5EE9A-D8FA-F046-5DBF-9C407F51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C26799-CAF6-68DB-5179-B5A8DA68D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2D3DF-F9B4-C20B-14EE-BB0B2B57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431E9-815A-FB6C-07E5-E4054BD2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AB6292-79DC-4E0D-2211-18398EEC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1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A3F33C-8927-7557-6DE5-BB02F8846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2F128-078E-5B54-C668-BE6C14305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7A94EE-6EC6-CC9A-9820-137C2962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35E43-CC25-8CE4-40C0-EB0D625F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E8BDB-3402-866D-6E91-35B5FF84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75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FC85DC-454E-317F-6D63-189D636B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18818-0873-9170-3859-1ED5A32FB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1B8CC-4ECB-CEEE-0F2D-55AFD48E4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22453-09F0-4734-BAC1-D2DF3EC2375D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4FD9F-ECA2-912D-9684-95C73DB6C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57DC7C-72B8-35EE-9B9B-45ADBA07A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84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860A9-8025-1D40-7250-CF11D0CB5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Hollow Boss Rush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128058-E320-CB70-DE22-47D4DF83B5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2022184004 </a:t>
            </a:r>
            <a:r>
              <a:rPr lang="ko-KR" altLang="en-US" dirty="0"/>
              <a:t>권혁준</a:t>
            </a:r>
          </a:p>
        </p:txBody>
      </p:sp>
    </p:spTree>
    <p:extLst>
      <p:ext uri="{BB962C8B-B14F-4D97-AF65-F5344CB8AC3E}">
        <p14:creationId xmlns:p14="http://schemas.microsoft.com/office/powerpoint/2010/main" val="436712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60412-EB84-985B-A578-324F755E3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6305F2-2E0A-1901-B9B9-4E3852638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2D </a:t>
            </a:r>
            <a:r>
              <a:rPr lang="ko-KR" altLang="en-US" dirty="0" err="1"/>
              <a:t>보스러쉬</a:t>
            </a:r>
            <a:r>
              <a:rPr lang="ko-KR" altLang="en-US" dirty="0"/>
              <a:t> 액션 </a:t>
            </a:r>
            <a:r>
              <a:rPr lang="en-US" altLang="ko-KR" dirty="0"/>
              <a:t>RPG</a:t>
            </a:r>
          </a:p>
          <a:p>
            <a:pPr marL="0" indent="0">
              <a:buNone/>
            </a:pPr>
            <a:r>
              <a:rPr lang="ko-KR" altLang="en-US" dirty="0"/>
              <a:t>보스패턴 분석으로 타이밍 중심의 플레이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</a:t>
            </a:r>
            <a:r>
              <a:rPr lang="ko-KR" altLang="en-US" dirty="0"/>
              <a:t>명의 보스를 연속으로 격파하는 </a:t>
            </a:r>
            <a:r>
              <a:rPr lang="ko-KR" altLang="en-US" dirty="0" err="1"/>
              <a:t>보스러쉬</a:t>
            </a:r>
            <a:r>
              <a:rPr lang="ko-KR" altLang="en-US" dirty="0"/>
              <a:t> 구조</a:t>
            </a:r>
          </a:p>
        </p:txBody>
      </p:sp>
    </p:spTree>
    <p:extLst>
      <p:ext uri="{BB962C8B-B14F-4D97-AF65-F5344CB8AC3E}">
        <p14:creationId xmlns:p14="http://schemas.microsoft.com/office/powerpoint/2010/main" val="422227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FF69B-542B-4073-59AD-83BC9F0F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게임 진행 흐름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12BAE-9862-C17D-09F6-137B6B4D77B1}"/>
              </a:ext>
            </a:extLst>
          </p:cNvPr>
          <p:cNvSpPr txBox="1"/>
          <p:nvPr/>
        </p:nvSpPr>
        <p:spPr>
          <a:xfrm>
            <a:off x="6634693" y="1930400"/>
            <a:ext cx="51139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시작 시 캐릭터의 기본 상태로 첫 번째 </a:t>
            </a:r>
            <a:r>
              <a:rPr lang="ko-KR" altLang="en-US" dirty="0" err="1"/>
              <a:t>보스전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기본 상태는 </a:t>
            </a:r>
            <a:endParaRPr lang="en-US" altLang="ko-KR" dirty="0"/>
          </a:p>
          <a:p>
            <a:r>
              <a:rPr lang="ko-KR" altLang="en-US" dirty="0"/>
              <a:t>방향키로 움직이고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z</a:t>
            </a:r>
            <a:r>
              <a:rPr lang="ko-KR" altLang="en-US" dirty="0"/>
              <a:t>로 점프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x</a:t>
            </a:r>
            <a:r>
              <a:rPr lang="ko-KR" altLang="en-US" dirty="0"/>
              <a:t>로 평타 공격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c</a:t>
            </a:r>
            <a:r>
              <a:rPr lang="ko-KR" altLang="en-US" dirty="0"/>
              <a:t>로 대시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a</a:t>
            </a:r>
            <a:r>
              <a:rPr lang="ko-KR" altLang="en-US" dirty="0"/>
              <a:t>를 길게 눌러 영혼을 소모하여 체력회복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a</a:t>
            </a:r>
            <a:r>
              <a:rPr lang="ko-KR" altLang="en-US" dirty="0"/>
              <a:t>를 짧게 눌러 영혼을 소모하여 투사체 발사</a:t>
            </a:r>
            <a:endParaRPr lang="en-US" altLang="ko-KR" dirty="0"/>
          </a:p>
          <a:p>
            <a:r>
              <a:rPr lang="ko-KR" altLang="en-US" dirty="0"/>
              <a:t>만 사용가능한 상태</a:t>
            </a:r>
            <a:endParaRPr lang="en-US" altLang="ko-KR" dirty="0"/>
          </a:p>
        </p:txBody>
      </p:sp>
      <p:pic>
        <p:nvPicPr>
          <p:cNvPr id="1026" name="Picture 2" descr="할로우나이트 - 신성둥지의 만신전 - 다른게임 - Fuzz 커뮤니티">
            <a:extLst>
              <a:ext uri="{FF2B5EF4-FFF2-40B4-BE49-F238E27FC236}">
                <a16:creationId xmlns:a16="http://schemas.microsoft.com/office/drawing/2014/main" id="{ABD378DF-5570-7013-E93B-CB94E0F65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576731"/>
            <a:ext cx="6282267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8B9FD8AE-2FAF-B74D-E7BC-317E5D44E460}"/>
              </a:ext>
            </a:extLst>
          </p:cNvPr>
          <p:cNvSpPr/>
          <p:nvPr/>
        </p:nvSpPr>
        <p:spPr>
          <a:xfrm rot="21187723">
            <a:off x="583093" y="2124653"/>
            <a:ext cx="471054" cy="535710"/>
          </a:xfrm>
          <a:prstGeom prst="downArrow">
            <a:avLst>
              <a:gd name="adj1" fmla="val 47079"/>
              <a:gd name="adj2" fmla="val 559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0C2EC01-C2F7-0744-8542-3BD99DB7EF97}"/>
              </a:ext>
            </a:extLst>
          </p:cNvPr>
          <p:cNvSpPr/>
          <p:nvPr/>
        </p:nvSpPr>
        <p:spPr>
          <a:xfrm>
            <a:off x="552739" y="2715674"/>
            <a:ext cx="708326" cy="71332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AA7471-F87A-4CCC-A904-5BE32D147A0C}"/>
              </a:ext>
            </a:extLst>
          </p:cNvPr>
          <p:cNvSpPr txBox="1"/>
          <p:nvPr/>
        </p:nvSpPr>
        <p:spPr>
          <a:xfrm>
            <a:off x="0" y="1761233"/>
            <a:ext cx="15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영혼 게이지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549F260-86FF-C1B6-EC7D-2F11B908B273}"/>
              </a:ext>
            </a:extLst>
          </p:cNvPr>
          <p:cNvSpPr/>
          <p:nvPr/>
        </p:nvSpPr>
        <p:spPr>
          <a:xfrm>
            <a:off x="1234613" y="2686618"/>
            <a:ext cx="1749990" cy="4708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C9832862-77C9-316B-1F0A-EEF41DF86CF3}"/>
              </a:ext>
            </a:extLst>
          </p:cNvPr>
          <p:cNvSpPr/>
          <p:nvPr/>
        </p:nvSpPr>
        <p:spPr>
          <a:xfrm rot="2081310">
            <a:off x="2567565" y="2216998"/>
            <a:ext cx="471054" cy="535710"/>
          </a:xfrm>
          <a:prstGeom prst="downArrow">
            <a:avLst>
              <a:gd name="adj1" fmla="val 47079"/>
              <a:gd name="adj2" fmla="val 559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11A6D-9D2E-1389-046D-BB77E825D821}"/>
              </a:ext>
            </a:extLst>
          </p:cNvPr>
          <p:cNvSpPr txBox="1"/>
          <p:nvPr/>
        </p:nvSpPr>
        <p:spPr>
          <a:xfrm>
            <a:off x="2361797" y="1821453"/>
            <a:ext cx="157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체력 바</a:t>
            </a:r>
          </a:p>
        </p:txBody>
      </p:sp>
    </p:spTree>
    <p:extLst>
      <p:ext uri="{BB962C8B-B14F-4D97-AF65-F5344CB8AC3E}">
        <p14:creationId xmlns:p14="http://schemas.microsoft.com/office/powerpoint/2010/main" val="379628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10F30-0F53-1D84-C25A-CCD53771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게임 진행 흐름</a:t>
            </a:r>
          </a:p>
        </p:txBody>
      </p:sp>
      <p:pic>
        <p:nvPicPr>
          <p:cNvPr id="4" name="Picture 2" descr="할로우나이트 - 신성둥지의 만신전 - 다른게임 - Fuzz 커뮤니티">
            <a:extLst>
              <a:ext uri="{FF2B5EF4-FFF2-40B4-BE49-F238E27FC236}">
                <a16:creationId xmlns:a16="http://schemas.microsoft.com/office/drawing/2014/main" id="{67515A99-7ED2-E4F9-9EE9-E85C8EFA7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576731"/>
            <a:ext cx="6282267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2E4809-5498-F7AF-102E-507EFDCCD616}"/>
              </a:ext>
            </a:extLst>
          </p:cNvPr>
          <p:cNvSpPr txBox="1"/>
          <p:nvPr/>
        </p:nvSpPr>
        <p:spPr>
          <a:xfrm>
            <a:off x="6634691" y="1930400"/>
            <a:ext cx="51139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각각의 보스를 클리어할 경우 다음 보스에 대한 </a:t>
            </a:r>
            <a:endParaRPr lang="en-US" altLang="ko-KR" dirty="0"/>
          </a:p>
          <a:p>
            <a:r>
              <a:rPr lang="ko-KR" altLang="en-US" dirty="0"/>
              <a:t>선택지 생성</a:t>
            </a:r>
            <a:endParaRPr lang="en-US" altLang="ko-KR" dirty="0"/>
          </a:p>
          <a:p>
            <a:r>
              <a:rPr lang="ko-KR" altLang="en-US" dirty="0"/>
              <a:t>각각의 선택지는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새로운 기술 습득 </a:t>
            </a:r>
            <a:r>
              <a:rPr lang="en-US" altLang="ko-KR" dirty="0"/>
              <a:t>or </a:t>
            </a:r>
            <a:r>
              <a:rPr lang="ko-KR" altLang="en-US" dirty="0"/>
              <a:t>기존 기술 강화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평타 무기 강화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아이템 획득</a:t>
            </a:r>
            <a:endParaRPr lang="en-US" alt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184138-2261-8CC2-C65B-20C3E53251B4}"/>
              </a:ext>
            </a:extLst>
          </p:cNvPr>
          <p:cNvSpPr/>
          <p:nvPr/>
        </p:nvSpPr>
        <p:spPr>
          <a:xfrm>
            <a:off x="897079" y="3338006"/>
            <a:ext cx="1484361" cy="201122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기술 </a:t>
            </a:r>
            <a:endParaRPr lang="en-US" altLang="ko-KR" dirty="0"/>
          </a:p>
          <a:p>
            <a:pPr algn="ctr"/>
            <a:r>
              <a:rPr lang="ko-KR" altLang="en-US" dirty="0"/>
              <a:t>습득 </a:t>
            </a:r>
            <a:r>
              <a:rPr lang="en-US" altLang="ko-KR" dirty="0"/>
              <a:t>or </a:t>
            </a:r>
            <a:r>
              <a:rPr lang="ko-KR" altLang="en-US" dirty="0"/>
              <a:t>강화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3E8D55-3857-33D0-6DEA-9441B10D7707}"/>
              </a:ext>
            </a:extLst>
          </p:cNvPr>
          <p:cNvSpPr/>
          <p:nvPr/>
        </p:nvSpPr>
        <p:spPr>
          <a:xfrm>
            <a:off x="2754359" y="3338006"/>
            <a:ext cx="1484361" cy="201122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무기 강화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BD5C93-AA05-413A-7B13-6CA31F1BBD07}"/>
              </a:ext>
            </a:extLst>
          </p:cNvPr>
          <p:cNvSpPr/>
          <p:nvPr/>
        </p:nvSpPr>
        <p:spPr>
          <a:xfrm>
            <a:off x="4611639" y="3338006"/>
            <a:ext cx="1484361" cy="2011224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아이템 추가</a:t>
            </a:r>
          </a:p>
        </p:txBody>
      </p:sp>
    </p:spTree>
    <p:extLst>
      <p:ext uri="{BB962C8B-B14F-4D97-AF65-F5344CB8AC3E}">
        <p14:creationId xmlns:p14="http://schemas.microsoft.com/office/powerpoint/2010/main" val="189923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AA143-EFE5-DB73-C678-B57569D8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A9CEC-B598-5255-B5E1-EFEFB670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예상 게임 진행 흐름</a:t>
            </a:r>
          </a:p>
        </p:txBody>
      </p:sp>
      <p:pic>
        <p:nvPicPr>
          <p:cNvPr id="4" name="Picture 2" descr="할로우나이트 - 신성둥지의 만신전 - 다른게임 - Fuzz 커뮤니티">
            <a:extLst>
              <a:ext uri="{FF2B5EF4-FFF2-40B4-BE49-F238E27FC236}">
                <a16:creationId xmlns:a16="http://schemas.microsoft.com/office/drawing/2014/main" id="{36564F77-A1DA-D7AA-0082-4137F0507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576731"/>
            <a:ext cx="6282267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CF8-0013-D42E-7C57-9AA0FCA4A177}"/>
              </a:ext>
            </a:extLst>
          </p:cNvPr>
          <p:cNvSpPr txBox="1"/>
          <p:nvPr/>
        </p:nvSpPr>
        <p:spPr>
          <a:xfrm>
            <a:off x="6634691" y="1930400"/>
            <a:ext cx="5113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선택지 선택 이후 </a:t>
            </a:r>
            <a:r>
              <a:rPr lang="ko-KR" altLang="en-US" dirty="0" err="1"/>
              <a:t>맵을</a:t>
            </a:r>
            <a:r>
              <a:rPr lang="ko-KR" altLang="en-US" dirty="0"/>
              <a:t> 이동하여 같은 패턴으로 보스를 잡고</a:t>
            </a:r>
            <a:r>
              <a:rPr lang="en-US" altLang="ko-KR" dirty="0"/>
              <a:t>,</a:t>
            </a:r>
            <a:r>
              <a:rPr lang="ko-KR" altLang="en-US" dirty="0"/>
              <a:t> 선택지를 고르고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마지막 </a:t>
            </a:r>
            <a:r>
              <a:rPr lang="en-US" altLang="ko-KR" dirty="0"/>
              <a:t>6</a:t>
            </a:r>
            <a:r>
              <a:rPr lang="ko-KR" altLang="en-US" dirty="0"/>
              <a:t>번째 보스까지 처치하기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4581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30A34-8042-05DB-8993-E51316E2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53B9342-10BB-A4C2-06C8-22B02E3D2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071061"/>
              </p:ext>
            </p:extLst>
          </p:nvPr>
        </p:nvGraphicFramePr>
        <p:xfrm>
          <a:off x="341744" y="1825624"/>
          <a:ext cx="11351490" cy="2027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74">
                  <a:extLst>
                    <a:ext uri="{9D8B030D-6E8A-4147-A177-3AD203B41FA5}">
                      <a16:colId xmlns:a16="http://schemas.microsoft.com/office/drawing/2014/main" val="1037073585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017348330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4084268550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4273596806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994045119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2034859665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2612325998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811685447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515738531"/>
                    </a:ext>
                  </a:extLst>
                </a:gridCol>
              </a:tblGrid>
              <a:tr h="38186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940821"/>
                  </a:ext>
                </a:extLst>
              </a:tr>
              <a:tr h="1645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대시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피격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무적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기술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체력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영혼 </a:t>
                      </a:r>
                      <a:r>
                        <a:rPr lang="en-US" altLang="ko-KR"/>
                        <a:t>UI</a:t>
                      </a:r>
                    </a:p>
                    <a:p>
                      <a:pPr latinLnBrk="1"/>
                      <a:r>
                        <a:rPr lang="ko-KR" altLang="en-US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아이템 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 이동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버그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095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314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190</Words>
  <Application>Microsoft Office PowerPoint</Application>
  <PresentationFormat>와이드스크린</PresentationFormat>
  <Paragraphs>55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Hollow Boss Rush</vt:lpstr>
      <vt:lpstr>게임 컨셉</vt:lpstr>
      <vt:lpstr>예상 게임 진행 흐름</vt:lpstr>
      <vt:lpstr>예상 게임 진행 흐름</vt:lpstr>
      <vt:lpstr>예상 게임 진행 흐름</vt:lpstr>
      <vt:lpstr>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권혁준(2022184004)</dc:creator>
  <cp:lastModifiedBy>권혁준(2022184004)</cp:lastModifiedBy>
  <cp:revision>1</cp:revision>
  <dcterms:created xsi:type="dcterms:W3CDTF">2025-10-01T05:10:03Z</dcterms:created>
  <dcterms:modified xsi:type="dcterms:W3CDTF">2025-10-01T06:58:35Z</dcterms:modified>
</cp:coreProperties>
</file>